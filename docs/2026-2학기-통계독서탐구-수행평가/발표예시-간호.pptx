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0bba5a8d-b678-0d70-0b3c-82d7a7ee680a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주 5일 이상 아침식사 결식률 (단위: 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여학생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39.1</c:v>
                </c:pt>
                <c:pt idx="1">
                  <c:v>40.7</c:v>
                </c:pt>
                <c:pt idx="2">
                  <c:v>42.6</c:v>
                </c:pt>
                <c:pt idx="3">
                  <c:v>44.7</c:v>
                </c:pt>
                <c:pt idx="4">
                  <c:v>45.3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남학생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</c:v>
                </c:pt>
                <c:pt idx="1">
                  <c:v>37.4</c:v>
                </c:pt>
                <c:pt idx="2">
                  <c:v>39.7</c:v>
                </c:pt>
                <c:pt idx="3">
                  <c:v>40.2</c:v>
                </c:pt>
                <c:pt idx="4">
                  <c:v>41.9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2514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아침을 거르는 고등학생이 해마다 늘고 있다.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아침을 먹는 습관은 학습과 이어지므로, 잠과 아침부터 지키자.</a:t>
            </a:r>
            <a:endParaRPr lang="en-US" sz="24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2학년 ○반 ○번 ○○○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진로: 간호사</a:t>
            </a:r>
            <a:endParaRPr lang="en-US" sz="16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《팩트풀니스》 한스 로슬링</a:t>
            </a:r>
            <a:endParaRPr lang="en-US" sz="15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느낌 대신 숫자로 보라, 표본이 어떻게 뽑혔는지 확인하라는 조언을 따라 5년치 숫자를 나란히 놓고 표본조사임을 확인했다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058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기관: 질병관리청  ·  조사 이름: 「청소년건강행태조사」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대상: 전국 중1~고3(대개 만 12~18세), 800개교 약 6만 명 표본, 매년 익명 온라인 조사 → 일부만 뽑아 조사(표본조사)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얻는 길: kosis.kr → 국내통계 → 보건 → 청소년건강행태조사 → '아침식사 결식률'  (또는 kdca.go.kr/yhs → 통계 메뉴)</a:t>
            </a:r>
            <a:endParaRPr lang="en-US" sz="110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20848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원자료 표 (일부 발췌, 단위: %)</a:t>
            </a:r>
            <a:endParaRPr lang="en-US" sz="1050" dirty="0"/>
          </a:p>
        </p:txBody>
      </p:sp>
      <p:graphicFrame>
        <p:nvGraphicFramePr>
          <p:cNvPr id="3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59152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658368"/>
                <a:gridCol w="658368"/>
                <a:gridCol w="658368"/>
                <a:gridCol w="658368"/>
                <a:gridCol w="658368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42.4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남학생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37.0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37.4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39.7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40.2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41.9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여학생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39.1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40.7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42.6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44.7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45.3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중학교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고등학교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안내"/>
          <p:cNvSpPr txBox="1"/>
          <p:nvPr/>
        </p:nvSpPr>
        <p:spPr>
          <a:xfrm>
            <a:off x="457200" y="38313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'아침식사 결식률(주 5일 이상)' 표. 2005년부터 연도별로 전체·성별·학교급·학년·시도 행이 있다(학년·시도 행 생략). …은 옮기지 않은 칸</a:t>
            </a:r>
            <a:endParaRPr lang="en-US" sz="9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내가 다시 만든 표 (단위: %)</a:t>
            </a:r>
            <a:endParaRPr lang="en-US" sz="1050" dirty="0"/>
          </a:p>
        </p:txBody>
      </p:sp>
      <p:graphicFrame>
        <p:nvGraphicFramePr>
          <p:cNvPr id="5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359152"/>
          <a:ext cx="3657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66928"/>
                <a:gridCol w="566928"/>
                <a:gridCol w="566928"/>
                <a:gridCol w="566928"/>
                <a:gridCol w="566928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남학생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37.0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37.4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39.7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40.2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41.9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여학생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39.1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40.7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42.6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44.7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45.3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3227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남·여 두 줄, 최근 5년만 골라 옮겼다. 제목과 단위(%)를 붙였다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주 5일 이상 아침식사 결식률 (단위: %)" descr=""/>
          <p:cNvGraphicFramePr/>
          <p:nvPr/>
        </p:nvGraphicFramePr>
        <p:xfrm>
          <a:off x="457200" y="960120"/>
          <a:ext cx="8229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해석 카드 1"/>
          <p:cNvSpPr/>
          <p:nvPr/>
        </p:nvSpPr>
        <p:spPr>
          <a:xfrm>
            <a:off x="45720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해석 라벨 1"/>
          <p:cNvSpPr txBox="1"/>
          <p:nvPr/>
        </p:nvSpPr>
        <p:spPr>
          <a:xfrm>
            <a:off x="60350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숫자로 말하기</a:t>
            </a:r>
            <a:endParaRPr lang="en-US" sz="1000" dirty="0"/>
          </a:p>
        </p:txBody>
      </p:sp>
      <p:sp>
        <p:nvSpPr>
          <p:cNvPr id="8" name="해석 1"/>
          <p:cNvSpPr txBox="1"/>
          <p:nvPr/>
        </p:nvSpPr>
        <p:spPr>
          <a:xfrm>
            <a:off x="60350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여학생 39.1% → 45.3%(+6.2%p), 남학생 37.0% → 41.9%(+4.9%p), 2021→2025. 둘 다 해마다 늘었고 여학생이 매년 높다</a:t>
            </a:r>
            <a:endParaRPr lang="en-US" sz="950" dirty="0"/>
          </a:p>
        </p:txBody>
      </p:sp>
      <p:sp>
        <p:nvSpPr>
          <p:cNvPr id="9" name="해석 카드 2"/>
          <p:cNvSpPr/>
          <p:nvPr/>
        </p:nvSpPr>
        <p:spPr>
          <a:xfrm>
            <a:off x="324612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해석 라벨 2"/>
          <p:cNvSpPr txBox="1"/>
          <p:nvPr/>
        </p:nvSpPr>
        <p:spPr>
          <a:xfrm>
            <a:off x="339242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② 의견 또는 추측</a:t>
            </a:r>
            <a:endParaRPr lang="en-US" sz="1000" dirty="0"/>
          </a:p>
        </p:txBody>
      </p:sp>
      <p:sp>
        <p:nvSpPr>
          <p:cNvPr id="11" name="해석 2"/>
          <p:cNvSpPr txBox="1"/>
          <p:nvPr/>
        </p:nvSpPr>
        <p:spPr>
          <a:xfrm>
            <a:off x="339242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잠이 부족해 아침보다 잠을 택한다고 본다. 아침을 거르고 잠도 모자란 학생은 오전 수업 집중이 떨어져 성적에도 영향이 있을 것이라고 추측한다</a:t>
            </a:r>
            <a:endParaRPr lang="en-US" sz="950" dirty="0"/>
          </a:p>
        </p:txBody>
      </p:sp>
      <p:sp>
        <p:nvSpPr>
          <p:cNvPr id="12" name="해석 카드 3"/>
          <p:cNvSpPr/>
          <p:nvPr/>
        </p:nvSpPr>
        <p:spPr>
          <a:xfrm>
            <a:off x="603504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해석 라벨 3"/>
          <p:cNvSpPr txBox="1"/>
          <p:nvPr/>
        </p:nvSpPr>
        <p:spPr>
          <a:xfrm>
            <a:off x="618134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③ 의견·추측의 근거</a:t>
            </a:r>
            <a:endParaRPr lang="en-US" sz="1000" dirty="0"/>
          </a:p>
        </p:txBody>
      </p:sp>
      <p:sp>
        <p:nvSpPr>
          <p:cNvPr id="14" name="해석 3"/>
          <p:cNvSpPr txBox="1"/>
          <p:nvPr/>
        </p:nvSpPr>
        <p:spPr>
          <a:xfrm>
            <a:off x="618134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같은 조사(2024): 주중 평균 수면 남 6.5시간, 여 5.9시간(권장 8~10시간), 수면충족률 남 27.1%, 여 16.5%. 농촌진흥청 설문(2002): 아침을 매일 먹은 학생 수능 평균 294점, 주 2일 이하 275점(400점 만점)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아침을 거르는 고등학생이 5년째 늘었다(2025년 여학생 45.3%, 남학생 41.9%). 이대로면 곧 절반을 넘는다.</a:t>
            </a:r>
            <a:endParaRPr lang="en-US" sz="13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 분석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아침은 학습과 이어진다. 아침을 매일 먹은 학생의 수능 평균이 주 2일 이하보다 19점 높았다(농촌진흥청 2002). 거르는 이유는 잠 부족이라고 본다. 주중 수면이 남 6.5, 여 5.9시간으로 권장 8~10시간에 못 미친다.</a:t>
            </a:r>
            <a:endParaRPr lang="en-US" sz="13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결론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올바른 수면 습관을 들이고 아침을 빠짐없이 먹어야 학습에 도움이 된다. 우리 반부터 '11시 취침, 7시간 수면, 10분 아침'을 2주 실천하고 전후를 비교해 보자.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 (간호사 지망)</dc:title>
  <dc:subject>2학년 확률과 통계 수행평가 통계독서탐구</dc:subject>
  <dc:creator>PptxGenJS</dc:creator>
  <cp:lastModifiedBy>PptxGenJS</cp:lastModifiedBy>
  <cp:revision>1</cp:revision>
  <dcterms:created xsi:type="dcterms:W3CDTF">2026-10-26T00:35:16Z</dcterms:created>
  <dcterms:modified xsi:type="dcterms:W3CDTF">2026-10-26T00:35:16Z</dcterms:modified>
</cp:coreProperties>
</file>