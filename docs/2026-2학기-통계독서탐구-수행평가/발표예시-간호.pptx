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49f0fe88-6029-5082-dc47-046f7dd61d0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주 5일 이상 아침식사 결식률 (단위: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여학생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39.1</c:v>
                </c:pt>
                <c:pt idx="1">
                  <c:v>40.7</c:v>
                </c:pt>
                <c:pt idx="2">
                  <c:v>42.6</c:v>
                </c:pt>
                <c:pt idx="3">
                  <c:v>44.7</c:v>
                </c:pt>
                <c:pt idx="4">
                  <c:v>45.3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남학생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</c:v>
                </c:pt>
                <c:pt idx="1">
                  <c:v>37.4</c:v>
                </c:pt>
                <c:pt idx="2">
                  <c:v>39.7</c:v>
                </c:pt>
                <c:pt idx="3">
                  <c:v>40.2</c:v>
                </c:pt>
                <c:pt idx="4">
                  <c:v>41.9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아침을 거르는 고등학생이 해마다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아침을 먹는 습관은 학습과 이어지므로, 잠과 아침부터 지키자.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간호사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《팩트풀니스》 한스 로슬링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의사인 저자는 느낌 대신 숫자로 보라고 한다. '아침을 먹어야 공부가 잘된다'는 말이 숫자로도 맞는지 확인했다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 한 문장과 참고 도서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주장은 통계로 확인할 수 있고, 내가 실천할 수 있는 것으로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진로(간호사)와 자료(청소년 생활 습관), 학습을 한 줄로 잇는다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책과의 연결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로슬링은 의사·통계학자. '느낌 대신 숫자'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'아침을 먹어야 공부가 잘된다'는 말을 숫자로 검증하는 것이 탐구의 출발점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책의 '표본을 전체로 말할 때 조심'은 2장의 표본조사와 이어진다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1장과 '부정 본능' 부분만 읽어도 된다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 도서관에 있는 책. 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책을 어떻게 썼는지 핵심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 소개만 쓰면 15점, 도서명·저자만 있으면 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질병관리청  ·  조사 이름: 「청소년건강행태조사」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중1~고3(대개 만 12~18세), 800개교 약 6만 명 표본, 매년 익명 온라인 조사 → 일부만 뽑아 조사(표본조사)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kosis.kr → 국내통계 → 보건 → 청소년건강행태조사 → '아침식사 결식률'  (또는 kdca.go.kr/yhs → 통계 메뉴)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%)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58368"/>
                <a:gridCol w="658368"/>
                <a:gridCol w="658368"/>
                <a:gridCol w="658368"/>
                <a:gridCol w="658368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중학교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고등학교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38313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'아침식사 결식률(주 5일 이상)' 표. 2005년부터 연도별로 전체·성별·학교급·학년·시도 행이 있다(학년·시도 행 생략).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%)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66928"/>
                <a:gridCol w="566928"/>
                <a:gridCol w="566928"/>
                <a:gridCol w="566928"/>
                <a:gridCol w="56692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남·여 두 줄, 최근 5년만 골라 옮겼다. 제목과 단위(%)를 붙였다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질병관리청이 2005년부터 매년 하는 국가승인통계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대상 중1~고3(만 12~18세), 전국 800개교 약 6만 명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익명 온라인 조사이므로 표본조사다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 (링크)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kosis.kr → 국내통계 → 보건 → 청소년건강행태조사 → 아침식사 결식률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kdca.go.kr/yhs → 통계 메뉴 (같은 표, 엑셀 내려받기)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수면 지표(주중 평균 수면시간, 주관적 수면충족률)도 같은 목록에 있다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원자료: 연도(2005~) × 구분(전체·남·여·학교급·학년·시도)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남·여 두 줄, 최근 5년만 골라 옮김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뜻: 최근 7일 중 아침을 5일 이상 안 먹은 학생의 비율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출처(기관·조사 이름·링크)를 표현했는가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모두 조사인지 일부 조사인지 밝혔는가(표본조사)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 전·후를 함께 보여 신뢰도를 높였는가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주 5일 이상 아침식사 결식률 (단위: %)" descr=""/>
          <p:cNvGraphicFramePr/>
          <p:nvPr/>
        </p:nvGraphicFramePr>
        <p:xfrm>
          <a:off x="457200" y="96012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8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여학생 39.1% → 45.3%(+6.2%p), 남학생 37.0% → 41.9%(+4.9%p), 2021→2025. 둘 다 해마다 늘었고 여학생이 매년 높다</a:t>
            </a:r>
            <a:endParaRPr lang="en-US" sz="950" dirty="0"/>
          </a:p>
        </p:txBody>
      </p:sp>
      <p:sp>
        <p:nvSpPr>
          <p:cNvPr id="9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1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잠이 부족해 아침보다 잠을 택한다고 본다. 아침을 거르고 잠도 모자란 학생은 오전 수업 집중이 떨어져 성적에도 영향이 있을 것이라고 추측한다</a:t>
            </a:r>
            <a:endParaRPr lang="en-US" sz="950" dirty="0"/>
          </a:p>
        </p:txBody>
      </p:sp>
      <p:sp>
        <p:nvSpPr>
          <p:cNvPr id="12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4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같은 조사(2024): 주중 평균 수면 남 6.5시간, 여 5.9시간(권장 8~10시간), 수면충족률 남 27.1%, 여 16.5%. 농촌진흥청 설문(2002): 아침을 매일 먹은 학생 수능 평균 294점, 주 2일 이하 275점(400점 만점)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계열이 둘이라 색과 범례로 구분, 세로축 0~50%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꺾은선은 '해마다 어떻게 변했나'를 보여 준다. 확률분포표는 쓰지 않았다(그래프로 충분)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의견과 근거를 잇는 법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②는 가공한 숫자를 보고 든 추측: '잠이 부족해 거른다, 학습에도 영향'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③은 그 추측을 받치는 다른 숫자: 수면 시간·충족률, 아침식사와 수능 점수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추측과 근거가 같은 이야기를 해야 한다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근거 자료는 어디서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수면 지표: 결식률과 같은 지표 목록(kdca.go.kr/yhs). 2024년 결과 보도자료에도 나온다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아침식사·수능: 농촌진흥청·다음 설문(2002. 7. 발표), 농촌진흥청 자료 '아침밥 먹으면 왜 좋을까?'(rda.go.kr)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권장 수면 8~10시간: 미국수면재단(thensf.org)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늘고 준 것을 숫자로 표현했는가(①)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가공된 자료로 의견 도출 또는 추측을 했는가(②)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의견·추측의 근거가 있는가(③, 출처와 함께)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아침 결식은 10명 중 4명을 넘고(2025년 여학생 45.3%, 남학생 41.9%) 5년째 늘었다. 잠은 권장(8~10시간)보다 2시간 넘게 모자란다(주중 남 6.5, 여 5.9시간).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결식은 잠 부족과 같이 움직인다. 아침을 매일 먹은 학생이 주 2일 이하 먹은 학생보다 수능 평균이 19점 높았다(2002년 설문, 상관관계). 잠과 아침은 따로가 아니라 한 묶음의 생활 습관이고, 둘 다 학습과 이어진다.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우리 반부터 '11시 취침, 7시간 수면, 10분 아침'을 2주 실천하고, 실천 전후 오전 수업 집중도와 지각을 비교해 보자. 나는 간호학과 진학을 희망하며, 환자의 생활 습관을 이렇게 숫자로 상담하는 간호사가 되고 싶다.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통계가 보여 준 것(숫자) → 통계 분석(숫자를 어떻게 읽었나) → 결론(그래서 무엇을 하나)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학교가 해 주는 것이 아니라 내가·우리 반이 할 수 있는 일로 끝낸다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효과 통계의 출처와 한계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농촌진흥청·다음 설문(2002. 7. 발표): 대학 1·2학년 3,612명에게 고교 때 아침 식사 습관과 수능 점수를 물음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매일 먹음 294점 vs 주 2일 이하 275점(400점 만점), 내신 평균 3.7 vs 4.4등급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오래된 자기보고 조사라 상관관계다. 2017년 청소년건강행태조사 분석 논문(한국가정의학회지, 2019)도 같은 방향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실천 가능한 결론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'2주 실천 + 전후 비교'처럼 바로 할 수 있고 숫자로 확인할 수 있는 것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전후 비교 항목: 결식 일수, 오전 집중도(자기 평가), 지각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15점, 제작·해석이 빠지면 10점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(간호사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2026-10-20T07:13:25Z</dcterms:created>
  <dcterms:modified xsi:type="dcterms:W3CDTF">2026-10-20T07:13:25Z</dcterms:modified>
</cp:coreProperties>
</file>