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1022718b-10fa-57f0-2f13-3ab2b9c160b1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11D"/>
                </a:solidFill>
                <a:latin typeface="+mn-lt"/>
              </a:rPr>
              <a:t>연도별 출생아 수 (단위: 만 명)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출생아 수(만 명)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27.2</c:v>
                </c:pt>
                <c:pt idx="1">
                  <c:v>26.1</c:v>
                </c:pt>
                <c:pt idx="2">
                  <c:v>24.9</c:v>
                </c:pt>
                <c:pt idx="3">
                  <c:v>23</c:v>
                </c:pt>
                <c:pt idx="4">
                  <c:v>23.8</c:v>
                </c:pt>
                <c:pt idx="5">
                  <c:v>25.4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2학년 1반 1번 홍길동입니다. 제 주장은 "출생아 수는 2024년부터 다시 늘고 있고, 출생을 늘리려면 결혼을 쉽게 하는 지원이 먼저다"입니다. 참고한 책은 대럴 허프의 《새빨간 거짓말, 통계》입니다. 이 책은 표본이 치우치면 결과가 틀린다고 말하는데, 제 자료는 출생신고 전체를 집계한 것이라 그 문제가 없다는 점을 먼저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자료는 국가데이터처, 옛 통계청의 인구동향조사 출생 통계입니다. KOSIS에서 "출생아 수"로 검색해 찾았고, 화면은 이 캡처입니다. 이 조사는 출생신고서 전체를 집계하므로 일부를 뽑은 표본조사가 아니라 모두를 조사한 전수조사입니다. 원자료에는 월별, 시도별 숫자가 많아서 2020년부터 2025년까지 연도별 출생아 수만 골라 만 명 단위로 표를 다시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표를 꺾은선 그래프로 그렸습니다. 세로축은 0부터 시작해 변화가 과장되지 않게 했습니다. 숫자로 보면 2020년 27.2만 명에서 2023년 23.0만 명으로 4.2만 명, 약 15% 줄었고, 2023년부터 2025년 25.4만 명까지 2.4만 명, 약 10% 늘었습니다. 저는 그 이유가 결혼에 있다고 봅니다. 같은 기관의 혼인·이혼 통계를 보면 혼인 건수는 2022년 19.2만 건으로 가장 적었다가 2024년 22.2만 건으로 14.8% 늘었고, 출생아 수는 그 1년 뒤에 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정리하면, 통계가 보여 준 것은 출생아 수가 혼인 건수를 1~2년 뒤따라 움직인다는 것입니다. 그래서 저는 아이를 낳은 뒤의 지원보다 결혼 자체를 쉽게 하는 지원이 먼저라고 주장합니다. 남는 궁금증은 2025년 혼인 건수인데, 이것이 늘었다면 2026년 출생아 수도 늘 것이라고 예측할 수 있습니다. 이상입니다.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 · 2분 발표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출생아 수는 2024년부터 다시 늘고 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출생을 늘리려면 결혼을 쉽게 하는 지원이 먼저다.</a:t>
            </a:r>
            <a:endParaRPr lang="en-US" sz="26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1반 1번 홍길동</a:t>
            </a:r>
            <a:endParaRPr lang="en-US" sz="18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《새빨간 거짓말, 통계》 대럴 허프</a:t>
            </a:r>
            <a:endParaRPr lang="en-US" sz="16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표본이 치우치면 결과가 틀린다는 1장을 읽고, 내 자료가 출생신고 전체를 집계한 것인지 먼저 확인함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기관: 국가데이터처(옛 통계청)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이름: 「인구동향조사」 출생 통계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방식: 모두 조사(전수). 출생신고서 전체를 집계</a:t>
            </a:r>
            <a:endParaRPr lang="en-US" sz="13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연도별 합계만 골라 다시 만든 표 (단위: 만 명)</a:t>
            </a:r>
            <a:endParaRPr lang="en-US" sz="11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11480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539496"/>
                <a:gridCol w="539496"/>
                <a:gridCol w="539496"/>
                <a:gridCol w="539496"/>
                <a:gridCol w="539496"/>
                <a:gridCol w="53949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출생아 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27.2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26.1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24.9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23.8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25.4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657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2020년에서 2023년까지 줄다가 2024년부터 2년 연속 늘었다</a:t>
            </a:r>
            <a:endParaRPr lang="en-US" sz="11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KOSIS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(인구동향조사 → 출생아 수 표)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이미지를 넣습니다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출생아 수 꺾은선 그래프" descr=""/>
          <p:cNvGraphicFramePr/>
          <p:nvPr/>
        </p:nvGraphicFramePr>
        <p:xfrm>
          <a:off x="457200" y="100584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8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2020년 27.2만 명 → 2023년 23.0만 명, 4.2만 명(약 15%) 감소. 2023년 → 2025년 25.4만 명, 2.4만 명(약 10%) 증가. 2년 연속 증가</a:t>
            </a:r>
            <a:endParaRPr lang="en-US" sz="1050" dirty="0"/>
          </a:p>
        </p:txBody>
      </p:sp>
      <p:sp>
        <p:nvSpPr>
          <p:cNvPr id="9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1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결혼이 줄었다 늘어난 것이 1~2년 뒤 출생에 나타났다. 코로나19 때 미룬 결혼이 2023~2024년에 몰렸다</a:t>
            </a:r>
            <a:endParaRPr lang="en-US" sz="1050" dirty="0"/>
          </a:p>
        </p:txBody>
      </p:sp>
      <p:sp>
        <p:nvSpPr>
          <p:cNvPr id="12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4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같은 기관 「혼인·이혼 통계」: 혼인 건수 2020년 21.4만 → 2022년 19.2만(최저) → 2024년 22.2만 건(+14.8%). 출생은 그 1년 뒤에 늘었다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출생아 수는 혼인 건수를 1~2년 뒤따라 움직인다.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아이를 낳은 뒤의 지원보다 결혼 자체를 쉽게 하는 지원(신혼부부 주거 등)이 먼저다.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남는 궁금증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2025년 혼인 건수가 늘었다면 2026년 출생아 수도 늘 것이라고 예측할 수 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</dc:title>
  <dc:subject>2학년 확률과 통계 수행평가 통계독서탐구</dc:subject>
  <dc:creator>PptxGenJS</dc:creator>
  <cp:lastModifiedBy>PptxGenJS</cp:lastModifiedBy>
  <cp:revision>1</cp:revision>
  <dcterms:created xsi:type="dcterms:W3CDTF">2026-10-19T06:55:04Z</dcterms:created>
  <dcterms:modified xsi:type="dcterms:W3CDTF">2026-10-19T06:55:04Z</dcterms:modified>
</cp:coreProperties>
</file>