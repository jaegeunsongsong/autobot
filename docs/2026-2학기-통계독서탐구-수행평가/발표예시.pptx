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bc8d5053-5929-7814-c51b-b66e4a5625cb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연도별 출생아 수 (단위: 만 명)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출생아 수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26.1</c:v>
                </c:pt>
                <c:pt idx="2">
                  <c:v>24.9</c:v>
                </c:pt>
                <c:pt idx="3">
                  <c:v>23</c:v>
                </c:pt>
                <c:pt idx="4">
                  <c:v>23.8</c:v>
                </c:pt>
                <c:pt idx="5">
                  <c:v>25.4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자료는 국가데이터처의 인구동향조사 출생 통계입니다. 출생신고서 전체를 집계한 전수 자료이고, 연도별 출생아 수만 골라 만 명 단위로 표를 다시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세로축은 0부터 시작했습니다. 2020년 27.2만 명에서 2023년 23.0만 명으로 약 15% 줄었고, 2025년 25.4만 명까지 약 10% 늘었습니다. 혼인 건수가 먼저 움직이고 출생이 1년 뒤 따라왔습니다.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출생아 수는 혼인 건수를 1~2년 뒤따라 움직입니다. 그래서 결혼을 쉽게 하는 지원이 먼저라고 주장합니다. 대책의 효과는 혼인 건수로 먼저 평가하자고 제안합니다.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출생아 수는 2024년부터 다시 늘고 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출생을 늘리려면 결혼을 쉽게 하는 지원이 먼저다.</a:t>
            </a:r>
            <a:endParaRPr lang="en-US" sz="26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1반 1번 홍길동</a:t>
            </a:r>
            <a:endParaRPr lang="en-US" sz="18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《새빨간 거짓말, 통계》 대럴 허프</a:t>
            </a:r>
            <a:endParaRPr lang="en-US" sz="16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표본이 치우치면 결과가 틀린다는 1장을 읽고, 내 자료가 출생신고 전체를 집계한 것인지 먼저 확인함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국가데이터처(옛 통계청)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이름: 「인구동향조사」 출생 통계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조사(전수). 출생신고서 전체를 집계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연도별 합계만 골라 다시 만든 표 (단위: 만 명)</a:t>
            </a:r>
            <a:endParaRPr lang="en-US" sz="10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  <a:gridCol w="53949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출생아 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27.2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24.9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23.8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25.4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657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2020년에서 2023년까지 줄다가 2024년부터 2년 연속 늘었다</a:t>
            </a:r>
            <a:endParaRPr lang="en-US" sz="10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KOSIS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(인구동향조사 → 출생아 수 표)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이미지를 넣습니다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도별 출생아 수 (단위: 만 명)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2020년 27.2만 명 → 2023년 23.0만 명, 4.2만 명(약 15%) 감소. 2023년 → 2025년 25.4만 명, 2.4만 명(약 10%) 증가. 2년 연속 증가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결혼이 줄었다 늘어난 것이 1~2년 뒤 출생에 나타났다. 코로나19 때 미룬 결혼이 2023~2024년에 몰렸다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기관 「혼인·이혼 통계」: 혼인 건수 2020년 21.4만 → 2022년 19.2만(최저) → 2024년 22.2만 건(+14.8%). 출생은 그 1년 뒤에 늘었다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출생아 수는 혼인 건수를 1~2년 뒤따라 움직인다.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아이를 낳은 뒤의 지원보다 결혼 자체를 쉽게 하는 지원(신혼부부 주거 등)이 먼저다.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저출생 대책의 효과는 출생아 수보다 1~2년 앞서 움직이는 혼인 건수로 먼저 평가하자.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</dc:title>
  <dc:subject>2학년 확률과 통계 수행평가 통계독서탐구</dc:subject>
  <dc:creator>PptxGenJS</dc:creator>
  <cp:lastModifiedBy>PptxGenJS</cp:lastModifiedBy>
  <cp:revision>1</cp:revision>
  <dcterms:created xsi:type="dcterms:W3CDTF">2026-10-20T02:53:14Z</dcterms:created>
  <dcterms:modified xsi:type="dcterms:W3CDTF">2026-10-20T02:53:14Z</dcterms:modified>
</cp:coreProperties>
</file>