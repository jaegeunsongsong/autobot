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b9b60ea2-6f80-f3f2-db00-c6a15a172bd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연말 전기차 누적 등록 대수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23.1</c:v>
                </c:pt>
                <c:pt idx="2">
                  <c:v>39</c:v>
                </c:pt>
                <c:pt idx="3">
                  <c:v>54.4</c:v>
                </c:pt>
                <c:pt idx="4">
                  <c:v>68.4</c:v>
                </c:pt>
                <c:pt idx="5">
                  <c:v>89.9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그해 늘어난 전기차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그해 증가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9.6</c:v>
                </c:pt>
                <c:pt idx="1">
                  <c:v>15.9</c:v>
                </c:pt>
                <c:pt idx="2">
                  <c:v>15.4</c:v>
                </c:pt>
                <c:pt idx="3">
                  <c:v>14</c:v>
                </c:pt>
                <c:pt idx="4">
                  <c:v>21.5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전기차는 해마다 15만 대 안팎씩 꾸준히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10년 뒤 쏟아질 배터리를 고치고 재활용할 기술자가 필요하다.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전기차 배터리 엔지니어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《숫자는 어떻게 진실을 말하는가》 바츨라프 스밀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증가율 하나로 미래를 과장하지 말라는 경고를 따라, '몇 %'가 아니라 '해마다 몇 대'를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 한 문장과 참고 도서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'급증'도 '주춤'도 아닌, 숫자로 확인한 '꾸준한 증가'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진로(배터리 엔지니어)와 자료(등록 통계) 연결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책과의 연결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스밀은 에너지·자동차의 큰 흐름을 숫자로 잰다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초기의 높은 증가율을 미래로 늘려 잡지 말라 → 증가율 대신 증가 대수를 계산했다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그래프 세로축을 0부터 그린 것도 같은 이유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에너지와 자동차를 다룬 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책을 어떻게 썼는지 핵심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경고가 2장·3장의 계산 방식으로 이어지면 충분하다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국토교통부  ·  조사 이름: 「자동차등록현황보고」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등록된 모든 자동차(매월 말 집계, 여기서는 연말 값) → 모두 조사(전수). 등록 자료를 집계한 보고통계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index.go.kr(e-나라지표) → '자동차 등록현황' → 연료별  (또는 kosis.kr → 교통·물류 → 자동차등록현황보고, stat.molit.go.kr)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연료별 등록 대수, 단위: 천 대)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연료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26,298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26,515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휘발유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경유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하이브리드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2,550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전기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544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684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899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수소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4005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e-나라지표 '자동차 등록현황' → 연료별 표. LPG·CNG 등 다른 연료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대)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누적 등록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그해 증가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-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23.1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9.6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54.4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68.4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89.9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4069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전기 한 줄만 고르고 천 대 → 만 대로 바꿨다. '그해 증가'는 올해 누적 − 작년 누적으로 직접 계산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국토교통부가 매월 발표하는 자동차 등록 통계(국가승인통계)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연료별(휘발유·경유·LPG·하이브리드·전기·수소) 대수가 있다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 (링크)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index.go.kr → '자동차 등록현황' → 연료별 (e-나라지표, 연도별 표가 바로 나온다)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kosis.kr → 교통·물류 → 자동차등록현황보고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stat.molit.go.kr(국토교통 통계누리) → 자동차 등록 → 월별 표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전기 한 줄만 고르고, 천 대 → 만 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'그해 증가'는 누적의 차이를 직접 계산해 넣은 열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증가율(71%→31%)은 분모가 커져 낮아 보일 뿐, 증가 대수는 14만~22만 대로 거의 일정(등차)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출처(기관·조사 이름·링크)를 표현했는가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모두 조사인지 밝혔는가: '등록 자료 전체', '보고통계'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 전·후를 보였고 직접 계산한 열도 넣었는가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말 전기차 누적 등록 대수 (단위: 만 대)" descr=""/>
          <p:cNvGraphicFramePr/>
          <p:nvPr/>
        </p:nvGraphicFramePr>
        <p:xfrm>
          <a:off x="45720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그해 늘어난 전기차 (단위: 만 대)" descr=""/>
          <p:cNvGraphicFramePr/>
          <p:nvPr/>
        </p:nvGraphicFramePr>
        <p:xfrm>
          <a:off x="466344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9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13.5만 → 89.9만 대(2020→2025), +76.4만 대. 그해 증가는 9.6, 15.9, 15.4, 14.0, 21.5만 대로 2022년부터 14만~22만 대씩 꾸준히 늘었다</a:t>
            </a:r>
            <a:endParaRPr lang="en-US" sz="9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2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이렇게 쌓인 전기차의 배터리는 보증이 끝나는 8~10년 뒤부터 점검·교체·재활용 대상이 된다. 2030년 전후부터 해마다 10만 개가 넘는 배터리가 나와, 정비·재활용 인력이 부족해질 것이라고 추측한다</a:t>
            </a:r>
            <a:endParaRPr lang="en-US" sz="9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5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제조사 보증은 8~10년(현대·기아 10년/20만 km, 테슬라 8년/16만 km). 보증이 끝나는 배터리 수 = 8~10년 전 그해 등록 대수: 2021년 9.6만, 2022년 15.9만, 2023년 15.4만 대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 둘을 나란히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왼쪽 누적(얼마나 쌓였나), 오른쪽 그해 증가(해마다 얼마나)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같은 자료를 두 눈으로 본다. 두 축을 한 그래프에 겹치지 않는다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세로축은 둘 다 0부터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증가율 대신 증가 대수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증가율은 분모(누적)가 커질수록 낮아진다(71%→26%→31%)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 대수는 2022년 이후 14만~22만 대로 거의 등차 → '둔화'가 아니라 '꾸준함'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스밀의 경고가 여기서 쓰였다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의견과 근거를 잇는 법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②는 숫자를 보고 든 추측: '보증이 끝나는 배터리가 쏟아져 인력이 부족해진다'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③은 그 추측의 근거: 보증 기간(제조사 안내) + 그해 등록 대수(표 2)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보증 만료 수 = 8~10년 전 등록 대수라는 계산으로 둘을 잇는다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늘고 준 것을 숫자로 표현했는가(①)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가공된 자료로 의견 도출 또는 추측을 했는가(②)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의견·추측의 근거가 있는가(③, 제조사 보증 안내)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전기차는 5년 동안 76.4만 대, 해마다 15만 대 안팎씩 늘었고 2025년에는 21.5만 대가 늘었다. 증가율이 낮아져도 늘어나는 대수는 줄지 않았다.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해마다 15.1만 대(2022~2024년 평균)씩 늘면 2030년 누적은 약 165만 대다. 보증이 끝나는 배터리는 2030년 전후부터 해마다 10만 개를 넘고(2021년 9.6만, 2022년 15.9만 대 등록분) 그 뒤로도 줄지 않는다. 배터리를 진단·수리·재활용하는 기술자가 지금보다 훨씬 많이 필요하다.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나는 배터리 공학(전기·화학공학과) 진학을 희망한다. 학교 진로 시간에 전기차 정비·배터리 재활용 직업을 소개하는 자료를 만들어 공유하겠다.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통계가 보여 준 것(숫자) → 통계 분석(전망 + 수요) → 결론(내가 할 일)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 분석에 '2030년 약 165만 대', '해마다 10만 개 이상'처럼 숫자를 넣었다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전망의 가정을 밝힌다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'해마다 15만 대'는 2022~2024년 평균(15.1만 대)을 그대로 이어 간 가정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가정을 밝히면 과장이 아니다(스밀의 경고)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효과 숫자의 근거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보증이 끝나는 배터리 수 = 8~10년 전 그해 등록 대수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2021년 9.6만, 2022년 15.9만, 2023년 15.4만 대 → 2030년 전후 연 10만 개 이상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(전기차 배터리 엔지니어 지망)</dc:title>
  <dc:subject>2학년 확률과 통계 수행평가 통계독서탐구</dc:subject>
  <dc:creator>PptxGenJS</dc:creator>
  <cp:lastModifiedBy>PptxGenJS</cp:lastModifiedBy>
  <cp:revision>1</cp:revision>
  <dcterms:created xsi:type="dcterms:W3CDTF">2026-10-20T07:13:25Z</dcterms:created>
  <dcterms:modified xsi:type="dcterms:W3CDTF">2026-10-20T07:13:25Z</dcterms:modified>
</cp:coreProperties>
</file>