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d12fa098-30eb-a67c-bacf-0cb34dc93b3c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11D"/>
                </a:solidFill>
                <a:latin typeface="+mn-lt"/>
              </a:rPr>
              <a:t>연말 전기차 누적 등록 대수 (단위: 만 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누적 등록 대수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23.1</c:v>
                </c:pt>
                <c:pt idx="2">
                  <c:v>39</c:v>
                </c:pt>
                <c:pt idx="3">
                  <c:v>54.4</c:v>
                </c:pt>
                <c:pt idx="4">
                  <c:v>68.4</c:v>
                </c:pt>
                <c:pt idx="5">
                  <c:v>89.9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50" u="none">
                  <a:solidFill>
                    <a:srgbClr val="1B21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2학년 ○반 ○번 ○○○입니다. 제 주장은 '전기차는 5년 만에 6배 넘게 늘었으니 배터리를 고치고 재활용하는 기술자가 곧 많이 필요하다'입니다. 참고한 책은 바츨라프 스밀의 《숫자는 어떻게 진실을 말하는가》입니다. 초기의 빠른 증가율을 미래로 그대로 늘려 잡지 말라는 경고를 따라, 저는 증가율도 같이 계산했습니다.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자료는 국토교통부의 자동차등록현황보고입니다. 등록된 자동차 전체를 집계한 행정 자료라 모두를 조사한 전수 자료입니다. e-나라지표의 연료별 등록 현황에서 전기차 한 줄만 골라 2020년부터 2025년까지 연말 누적 대수를 만 대 단위로 적고, 전년 대비 증가율은 직접 계산해 넣었습니다. 화면은 e-나라지표의 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막대는 해마다 높아집니다. 2020년 13.5만 대에서 2025년 89.9만 대로 76.4만 대, 6.7배가 됐습니다. 다만 증가율은 2021년 71%에서 2024년 26%로 낮아졌다가 2025년 31%로 조금 올랐습니다. 보조금이 줄고 충전 불편과 화재 걱정이 커져 증가율이 꺾였다고 봅니다. 그래도 제조사의 배터리 보증은 보통 8년이라, 2021년부터 2023년 사이에 등록된 약 41만 대의 배터리가 2029년부터 보증이 끝납니다. 이미 등록된 차만으로 수요가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정리하면, 전기차는 5년 만에 6.7배가 됐고 증가율이 낮아져도 누적은 계속 늡니다. 그래서 배터리 정비와 재활용 기술자가 곧 많이 필요하다고 주장하고, 저는 배터리 공학을 전공하려 합니다. 남는 궁금증은 폐배터리 발생량 전망입니다. 이상입니다.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 · 2분 발표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전기차는 5년 만에 6배 넘게 늘었으니, 배터리를 고치고 재활용하는 기술자가 곧 많이 필요하다.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전기차 배터리 엔지니어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《숫자는 어떻게 진실을 말하는가》 바츨라프 스밀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초기의 빠른 증가율을 미래로 늘려 잡지 말라는 경고를 따라 증가율도 계산했다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기관: 국토교통부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이름: 「자동차등록현황보고」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조사 방식: 모두 조사(전수). 등록 자료 전체를 집계</a:t>
            </a:r>
            <a:endParaRPr lang="en-US" sz="12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전기차 한 줄만 고르고 증가율은 직접 계산 (단위: 만 대, %)</a:t>
            </a:r>
            <a:endParaRPr lang="en-US" sz="11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11480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493776"/>
                <a:gridCol w="493776"/>
                <a:gridCol w="493776"/>
                <a:gridCol w="493776"/>
                <a:gridCol w="493776"/>
                <a:gridCol w="49377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누적 대수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13.5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39.0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54.4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68.4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89.9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전년 대비 증가율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-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71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69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40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31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9502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누적은 해마다 늘고, 증가율은 2024년까지 낮아졌다</a:t>
            </a:r>
            <a:endParaRPr lang="en-US" sz="11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e-나라지표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(자동차 등록현황 → 연료별 등록 대수)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연말 전기차 누적 등록 대수 (단위: 만 대)" descr=""/>
          <p:cNvGraphicFramePr/>
          <p:nvPr/>
        </p:nvGraphicFramePr>
        <p:xfrm>
          <a:off x="457200" y="100584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8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13.5만 대(2020) → 89.9만 대(2025), 76.4만 대 증가, 6.7배. 증가율은 71%(2021) → 26%(2024) → 31%(2025)</a:t>
            </a:r>
            <a:endParaRPr lang="en-US" sz="1050" dirty="0"/>
          </a:p>
        </p:txBody>
      </p:sp>
      <p:sp>
        <p:nvSpPr>
          <p:cNvPr id="9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1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보조금 축소, 충전 불편, 화재 걱정으로 증가율이 꺾였다. 그래도 누적은 계속 늘어 8~10년 뒤 배터리 수요가 몰린다</a:t>
            </a:r>
            <a:endParaRPr lang="en-US" sz="1050" dirty="0"/>
          </a:p>
        </p:txBody>
      </p:sp>
      <p:sp>
        <p:nvSpPr>
          <p:cNvPr id="12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4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배터리 보증은 보통 8년(제조사 안내). 2021~2023년 등록 약 41만 대의 보증이 2029~2031년에 끝난다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전기차는 5년 만에 6.7배가 됐고, 증가율이 낮아져도 누적은 해마다 는다.</a:t>
            </a:r>
            <a:endParaRPr lang="en-US" sz="16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배터리 정비·재활용 기술자가 곧 많이 필요하다. 나는 배터리 공학을 전공하겠다.</a:t>
            </a:r>
            <a:endParaRPr lang="en-US" sz="16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남는 궁금증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폐배터리 발생량 전망과 충전기 수가 전기차만큼 늘었는지 찾아보고 싶다.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(전기차 배터리 엔지니어 지망)</dc:title>
  <dc:subject>2학년 확률과 통계 수행평가 통계독서탐구</dc:subject>
  <dc:creator>PptxGenJS</dc:creator>
  <cp:lastModifiedBy>PptxGenJS</cp:lastModifiedBy>
  <cp:revision>1</cp:revision>
  <dcterms:created xsi:type="dcterms:W3CDTF">2026-10-19T06:55:04Z</dcterms:created>
  <dcterms:modified xsi:type="dcterms:W3CDTF">2026-10-19T06:55:04Z</dcterms:modified>
</cp:coreProperties>
</file>