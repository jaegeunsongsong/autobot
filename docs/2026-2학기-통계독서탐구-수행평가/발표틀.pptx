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104e763b-d24d-ac79-27d7-4a0b7325a3ff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주장 한 문장과 참고한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어디서 가져온 자료인지, 모두 조사한 것인지 일부만 뽑아 조사한 것인지, 표를 어떻게 다시 만들었는지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숫자로 얼마나 늘고 줄었는지, 왜 그렇다고 생각하는지, 근거는 무엇인지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세 문장으로 마무리합니다. 발표가 끝나면 선생님 질문 하나에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 · 2분 발표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[주장 한 문장을 여기에 씁니다]</a:t>
            </a:r>
            <a:endParaRPr lang="en-US" sz="3000" dirty="0"/>
          </a:p>
        </p:txBody>
      </p:sp>
      <p:sp>
        <p:nvSpPr>
          <p:cNvPr id="6" name="주장 안내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통계로 확인할 수 있는 주장이어야 합니다. 이 회색 안내 글은 지워도 됩니다.</a:t>
            </a:r>
            <a:endParaRPr lang="en-US" sz="1100" dirty="0"/>
          </a:p>
        </p:txBody>
      </p:sp>
      <p:sp>
        <p:nvSpPr>
          <p:cNvPr id="7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9" name="발표자"/>
          <p:cNvSpPr txBox="1"/>
          <p:nvPr/>
        </p:nvSpPr>
        <p:spPr>
          <a:xfrm>
            <a:off x="685800" y="32918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[  ]반 [  ]번 [이름]</a:t>
            </a:r>
            <a:endParaRPr lang="en-US" sz="1800" dirty="0"/>
          </a:p>
        </p:txBody>
      </p:sp>
      <p:sp>
        <p:nvSpPr>
          <p:cNvPr id="10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2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《[도서명]》 [저자]</a:t>
            </a:r>
            <a:endParaRPr lang="en-US" sz="1600" dirty="0"/>
          </a:p>
        </p:txBody>
      </p:sp>
      <p:sp>
        <p:nvSpPr>
          <p:cNvPr id="13" name="도서 연계"/>
          <p:cNvSpPr txBox="1"/>
          <p:nvPr/>
        </p:nvSpPr>
        <p:spPr>
          <a:xfrm>
            <a:off x="4983480" y="3749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책과 이어지는 내용: [한 줄]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기관: [자료를 만든 기관]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조사(통계) 이름: 「[조사 이름]」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방식: 모두 조사(전수) · 일부만 뽑아 조사(표본)  ← 하나만 남깁니다</a:t>
            </a:r>
            <a:endParaRPr lang="en-US" sz="13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560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내가 다시 만든 표 · 필요한 행·열만 3~8개 · 단위: [  ]</a:t>
            </a:r>
            <a:endParaRPr lang="en-US" sz="11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0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원자료 화면 캡처를 여기에 넣습니다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(삽입 → 그림. 넣은 뒤 이 글상자는 지웁니다)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" name="그래프 자리"/>
          <p:cNvSpPr/>
          <p:nvPr/>
        </p:nvSpPr>
        <p:spPr>
          <a:xfrm>
            <a:off x="457200" y="1005840"/>
            <a:ext cx="45720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그래프 자리 안내"/>
          <p:cNvSpPr txBox="1"/>
          <p:nvPr/>
        </p:nvSpPr>
        <p:spPr>
          <a:xfrm>
            <a:off x="640080" y="1188720"/>
            <a:ext cx="4206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그래프 또는 확률분포표를 여기에 넣습니다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(삽입 → 차트, 또는 손으로 그린 것을 찍은 사진)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세로축은 0부터, 제목과 단위를 씁니다</a:t>
            </a:r>
            <a:endParaRPr lang="en-US" sz="1300" dirty="0"/>
          </a:p>
        </p:txBody>
      </p:sp>
      <p:sp>
        <p:nvSpPr>
          <p:cNvPr id="7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5486400" y="1115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9" name="해석 1"/>
          <p:cNvSpPr txBox="1"/>
          <p:nvPr/>
        </p:nvSpPr>
        <p:spPr>
          <a:xfrm>
            <a:off x="5486400" y="141732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[__년 __에서 __년 __으로 __만큼 늘었다/줄었다. 비율로는 약 __%]</a:t>
            </a:r>
            <a:endParaRPr lang="en-US" sz="1200" dirty="0"/>
          </a:p>
        </p:txBody>
      </p:sp>
      <p:sp>
        <p:nvSpPr>
          <p:cNvPr id="10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5486400" y="23042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왜 그렇게 되었을까, 내 의견</a:t>
            </a:r>
            <a:endParaRPr lang="en-US" sz="1100" dirty="0"/>
          </a:p>
        </p:txBody>
      </p:sp>
      <p:sp>
        <p:nvSpPr>
          <p:cNvPr id="12" name="해석 2"/>
          <p:cNvSpPr txBox="1"/>
          <p:nvPr/>
        </p:nvSpPr>
        <p:spPr>
          <a:xfrm>
            <a:off x="5486400" y="26060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[한두 문장]</a:t>
            </a:r>
            <a:endParaRPr lang="en-US" sz="1200" dirty="0"/>
          </a:p>
        </p:txBody>
      </p:sp>
      <p:sp>
        <p:nvSpPr>
          <p:cNvPr id="13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5486400" y="3493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내 의견의 근거</a:t>
            </a:r>
            <a:endParaRPr lang="en-US" sz="1100" dirty="0"/>
          </a:p>
        </p:txBody>
      </p:sp>
      <p:sp>
        <p:nvSpPr>
          <p:cNvPr id="15" name="해석 3"/>
          <p:cNvSpPr txBox="1"/>
          <p:nvPr/>
        </p:nvSpPr>
        <p:spPr>
          <a:xfrm>
            <a:off x="5486400" y="37947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[다른 통계 수치, 책 내용, 기사 등. 출처를 함께]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 또는 남는 궁금증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틀</dc:title>
  <dc:subject>2학년 확률과 통계 수행평가 통계독서탐구</dc:subject>
  <dc:creator>PptxGenJS</dc:creator>
  <cp:lastModifiedBy>PptxGenJS</cp:lastModifiedBy>
  <cp:revision>1</cp:revision>
  <dcterms:created xsi:type="dcterms:W3CDTF">2026-10-19T06:29:51Z</dcterms:created>
  <dcterms:modified xsi:type="dcterms:W3CDTF">2026-10-19T06:29:51Z</dcterms:modified>
</cp:coreProperties>
</file>