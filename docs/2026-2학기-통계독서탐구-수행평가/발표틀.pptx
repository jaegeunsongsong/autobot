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b7d465d2-3089-b4b7-15cc-729cc04a06c0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주장 한 문장과 참고한 책을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어디서 가져온 자료인지, 모두 조사한 것인지 일부만 뽑아 조사한 것인지, 원자료에서 무엇을 골라 표를 다시 만들었는지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숫자로 얼마나 늘고 줄었는지, 왜 그렇다고 생각하는지, 근거는 무엇인지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문장으로 마무리합니다. 발표가 끝나면 선생님 질문 하나에 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IN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[주장 한 문장을 여기에 씁니다]</a:t>
            </a:r>
            <a:endParaRPr lang="en-US" sz="3000" dirty="0"/>
          </a:p>
        </p:txBody>
      </p:sp>
      <p:sp>
        <p:nvSpPr>
          <p:cNvPr id="6" name="주장 안내"/>
          <p:cNvSpPr txBox="1"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통계로 확인할 수 있는 주장이어야 합니다. 이 회색 안내 글은 지워도 됩니다.</a:t>
            </a:r>
            <a:endParaRPr lang="en-US" sz="1100" dirty="0"/>
          </a:p>
        </p:txBody>
      </p:sp>
      <p:sp>
        <p:nvSpPr>
          <p:cNvPr id="7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9" name="발표자"/>
          <p:cNvSpPr txBox="1"/>
          <p:nvPr/>
        </p:nvSpPr>
        <p:spPr>
          <a:xfrm>
            <a:off x="685800" y="32461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2학년 [  ]반 [  ]번 [이름]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진로: [  ]</a:t>
            </a:r>
            <a:endParaRPr lang="en-US" sz="1800" dirty="0"/>
          </a:p>
        </p:txBody>
      </p:sp>
      <p:sp>
        <p:nvSpPr>
          <p:cNvPr id="10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2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《[도서명]》 [저자]</a:t>
            </a:r>
            <a:endParaRPr lang="en-US" sz="1600" dirty="0"/>
          </a:p>
        </p:txBody>
      </p:sp>
      <p:sp>
        <p:nvSpPr>
          <p:cNvPr id="13" name="도서 연계"/>
          <p:cNvSpPr txBox="1"/>
          <p:nvPr/>
        </p:nvSpPr>
        <p:spPr>
          <a:xfrm>
            <a:off x="4983480" y="374904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이 책과 이어지는 내용: [한 줄]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96012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05156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기관: [자료를 만든 기관]  ·  조사 이름: 「[조사 이름]」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대상: [누구를, 몇 명을]  ·  조사 방식: 모두 조사(전수) / 일부만 뽑아 조사(표본) ← 하나만 남깁니다</a:t>
            </a:r>
            <a:endParaRPr lang="en-US" sz="1200" dirty="0"/>
          </a:p>
        </p:txBody>
      </p:sp>
      <p:sp>
        <p:nvSpPr>
          <p:cNvPr id="7" name="원자료 라벨"/>
          <p:cNvSpPr txBox="1"/>
          <p:nvPr/>
        </p:nvSpPr>
        <p:spPr>
          <a:xfrm>
            <a:off x="457200" y="19202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원자료 표 (일부 발췌)</a:t>
            </a:r>
            <a:endParaRPr lang="en-US" sz="1100" dirty="0"/>
          </a:p>
        </p:txBody>
      </p:sp>
      <p:graphicFrame>
        <p:nvGraphicFramePr>
          <p:cNvPr id="3" name="원자료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12848"/>
          <a:ext cx="4114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"/>
                <a:gridCol w="100584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11D"/>
                          </a:solidFill>
                        </a:rPr>
                        <a:t>구분</a:t>
                      </a: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캡처 안내"/>
          <p:cNvSpPr txBox="1"/>
          <p:nvPr/>
        </p:nvSpPr>
        <p:spPr>
          <a:xfrm>
            <a:off x="457200" y="3474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원자료 화면 캡처를 여기에 넣어도 됩니다 (삽입 → 그림)</a:t>
            </a:r>
            <a:endParaRPr lang="en-US" sz="1000" dirty="0"/>
          </a:p>
        </p:txBody>
      </p:sp>
      <p:sp>
        <p:nvSpPr>
          <p:cNvPr id="10" name="화살표"/>
          <p:cNvSpPr txBox="1"/>
          <p:nvPr/>
        </p:nvSpPr>
        <p:spPr>
          <a:xfrm>
            <a:off x="4572000" y="26517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가공표 라벨"/>
          <p:cNvSpPr txBox="1"/>
          <p:nvPr/>
        </p:nvSpPr>
        <p:spPr>
          <a:xfrm>
            <a:off x="502920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내가 다시 만든 표 · 단위: [  ]</a:t>
            </a:r>
            <a:endParaRPr lang="en-US" sz="1100" dirty="0"/>
          </a:p>
        </p:txBody>
      </p:sp>
      <p:graphicFrame>
        <p:nvGraphicFramePr>
          <p:cNvPr id="5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212848"/>
          <a:ext cx="3657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18872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11D"/>
                          </a:solidFill>
                        </a:rPr>
                        <a:t>구분</a:t>
                      </a: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가공 안내"/>
          <p:cNvSpPr txBox="1"/>
          <p:nvPr/>
        </p:nvSpPr>
        <p:spPr>
          <a:xfrm>
            <a:off x="502920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필요한 행·열만 3~8개 골라 옮깁니다. 직접 계산한 열(차이, 비율)을 넣어도 됩니다.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5" name="그래프 자리"/>
          <p:cNvSpPr/>
          <p:nvPr/>
        </p:nvSpPr>
        <p:spPr>
          <a:xfrm>
            <a:off x="457200" y="960120"/>
            <a:ext cx="8229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그래프 자리 안내"/>
          <p:cNvSpPr txBox="1"/>
          <p:nvPr/>
        </p:nvSpPr>
        <p:spPr>
          <a:xfrm>
            <a:off x="640080" y="114300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그래프 또는 확률분포표를 여기에 넣습니다 (삽입 → 차트, 또는 손으로 그린 것을 찍은 사진). 세로축은 0부터, 제목과 단위를 씁니다</a:t>
            </a:r>
            <a:endParaRPr lang="en-US" sz="1300" dirty="0"/>
          </a:p>
        </p:txBody>
      </p:sp>
      <p:sp>
        <p:nvSpPr>
          <p:cNvPr id="7" name="해석 카드 1"/>
          <p:cNvSpPr/>
          <p:nvPr/>
        </p:nvSpPr>
        <p:spPr>
          <a:xfrm>
            <a:off x="45720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해석 라벨 1"/>
          <p:cNvSpPr txBox="1"/>
          <p:nvPr/>
        </p:nvSpPr>
        <p:spPr>
          <a:xfrm>
            <a:off x="621792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① 숫자로 말하기</a:t>
            </a:r>
            <a:endParaRPr lang="en-US" sz="1050" dirty="0"/>
          </a:p>
        </p:txBody>
      </p:sp>
      <p:sp>
        <p:nvSpPr>
          <p:cNvPr id="9" name="해석 1"/>
          <p:cNvSpPr txBox="1"/>
          <p:nvPr/>
        </p:nvSpPr>
        <p:spPr>
          <a:xfrm>
            <a:off x="621792" y="349300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[__년 __에서 __년 __으로 __만큼 늘었다/줄었다. 비율로는 약 __%]</a:t>
            </a:r>
            <a:endParaRPr lang="en-US" sz="1050" dirty="0"/>
          </a:p>
        </p:txBody>
      </p:sp>
      <p:sp>
        <p:nvSpPr>
          <p:cNvPr id="10" name="해석 카드 2"/>
          <p:cNvSpPr/>
          <p:nvPr/>
        </p:nvSpPr>
        <p:spPr>
          <a:xfrm>
            <a:off x="324612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해석 라벨 2"/>
          <p:cNvSpPr txBox="1"/>
          <p:nvPr/>
        </p:nvSpPr>
        <p:spPr>
          <a:xfrm>
            <a:off x="3410712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② 왜 그렇게 되었을까, 내 의견</a:t>
            </a:r>
            <a:endParaRPr lang="en-US" sz="1050" dirty="0"/>
          </a:p>
        </p:txBody>
      </p:sp>
      <p:sp>
        <p:nvSpPr>
          <p:cNvPr id="12" name="해석 2"/>
          <p:cNvSpPr txBox="1"/>
          <p:nvPr/>
        </p:nvSpPr>
        <p:spPr>
          <a:xfrm>
            <a:off x="3410712" y="349300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[한두 문장]</a:t>
            </a:r>
            <a:endParaRPr lang="en-US" sz="1050" dirty="0"/>
          </a:p>
        </p:txBody>
      </p:sp>
      <p:sp>
        <p:nvSpPr>
          <p:cNvPr id="13" name="해석 카드 3"/>
          <p:cNvSpPr/>
          <p:nvPr/>
        </p:nvSpPr>
        <p:spPr>
          <a:xfrm>
            <a:off x="603504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해석 라벨 3"/>
          <p:cNvSpPr txBox="1"/>
          <p:nvPr/>
        </p:nvSpPr>
        <p:spPr>
          <a:xfrm>
            <a:off x="6199632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③ 내 의견의 근거</a:t>
            </a:r>
            <a:endParaRPr lang="en-US" sz="1050" dirty="0"/>
          </a:p>
        </p:txBody>
      </p:sp>
      <p:sp>
        <p:nvSpPr>
          <p:cNvPr id="15" name="해석 3"/>
          <p:cNvSpPr txBox="1"/>
          <p:nvPr/>
        </p:nvSpPr>
        <p:spPr>
          <a:xfrm>
            <a:off x="6199632" y="349300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[다른 통계 수치, 책 내용 등. 출처를 함께]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1155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417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[한 문장]</a:t>
            </a:r>
            <a:endParaRPr lang="en-US" sz="18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3042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그래서 나의 주장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606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[한 문장]</a:t>
            </a:r>
            <a:endParaRPr lang="en-US" sz="18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38328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4930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제안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794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[무엇을 하자. 숫자를 넣으면 좋다]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틀</dc:title>
  <dc:subject>2학년 확률과 통계 수행평가 통계독서탐구</dc:subject>
  <dc:creator>PptxGenJS</dc:creator>
  <cp:lastModifiedBy>PptxGenJS</cp:lastModifiedBy>
  <cp:revision>1</cp:revision>
  <dcterms:created xsi:type="dcterms:W3CDTF">2026-10-20T02:08:03Z</dcterms:created>
  <dcterms:modified xsi:type="dcterms:W3CDTF">2026-10-20T02:08:03Z</dcterms:modified>
</cp:coreProperties>
</file>